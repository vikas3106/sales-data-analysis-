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109728" cy="4480560"/>
          </a:xfrm>
          <a:prstGeom prst="rect">
            <a:avLst/>
          </a:prstGeom>
          <a:solidFill>
            <a:srgbClr val="30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234440"/>
            <a:ext cx="10058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SALES DATA ANALYSIS</a:t>
            </a:r>
          </a:p>
          <a:p>
            <a:pPr>
              <a:spcBef>
                <a:spcPts val="1200"/>
              </a:spcBef>
              <a:defRPr sz="2400">
                <a:solidFill>
                  <a:srgbClr val="D2DCEB"/>
                </a:solidFill>
              </a:defRPr>
            </a:pPr>
            <a:r>
              <a:t>Exploratory Data Analysis &amp; Power BI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8862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Week 6 Assignment</a:t>
            </a:r>
          </a:p>
          <a:p>
            <a:pPr>
              <a:defRPr sz="1700">
                <a:solidFill>
                  <a:srgbClr val="D2DCEB"/>
                </a:solidFill>
              </a:defRPr>
            </a:pPr>
            <a:r>
              <a:t>Prepared by: Vikas Varma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Sales Data Analysis  |  Week 6 Assignment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43E"/>
                </a:solidFill>
              </a:defRPr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• Analyze sales transaction data to understand sales, quantity and profit performance.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• Clean and prepare the dataset using Python and Pandas.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• Perform Exploratory Data Analysis (EDA) to identify patterns, trends and outliers.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• Create meaningful visualizations and an interactive Power BI dashboard.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• Generate business insights and practical recommendations.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Sales Data Analysis  |  Week 6 Assignment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43E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• Raw sales data can contain missing values, duplicate records and inconsistent data types.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• Business users need a simple way to compare products, regions and categories.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• Monthly trends should be visible to support planning and decision-making.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• The project converts raw transaction data into clean analysis and an interactive dashboard.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Sales Data Analysis  |  Week 6 Assignment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43E"/>
                </a:solidFill>
              </a:defRPr>
            </a:pPr>
            <a:r>
              <a:t>3. Dataset &amp;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246888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719072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067BE"/>
                </a:solidFill>
              </a:defRPr>
            </a:pPr>
            <a:r>
              <a:t>Dataset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  <a:r>
              <a:t>800 cleaned records</a:t>
            </a:r>
            <a:br/>
            <a:r>
              <a:t>8 columns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508760"/>
            <a:ext cx="246888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1719072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067BE"/>
                </a:solidFill>
              </a:defRPr>
            </a:pPr>
            <a:r>
              <a:t>Python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  <a:r>
              <a:t>Pandas</a:t>
            </a:r>
            <a:br/>
            <a:r>
              <a:t>Matplotlib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08760"/>
            <a:ext cx="246888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719072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067BE"/>
                </a:solidFill>
              </a:defRPr>
            </a:pPr>
            <a:r>
              <a:t>Power BI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  <a:r>
              <a:t>Dashboard</a:t>
            </a:r>
            <a:br/>
            <a:r>
              <a:t>KPIs &amp; Filters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508760"/>
            <a:ext cx="246888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08592" y="1719072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067BE"/>
                </a:solidFill>
              </a:defRPr>
            </a:pPr>
            <a:r>
              <a:t>GitHub</a:t>
            </a:r>
          </a:p>
          <a:p>
            <a:pPr>
              <a:spcBef>
                <a:spcPts val="800"/>
              </a:spcBef>
              <a:defRPr sz="1600">
                <a:solidFill>
                  <a:srgbClr val="232A34"/>
                </a:solidFill>
              </a:defRPr>
            </a:pPr>
            <a:r>
              <a:t>Version control</a:t>
            </a:r>
            <a:br/>
            <a:r>
              <a:t>Project sharing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32A34"/>
                </a:solidFill>
              </a:defRPr>
            </a:pPr>
            <a:r>
              <a:t>• Main fields: Date, Product, Region, Quantity, Category, Unit_Price, Sales and Profit.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Sales Data Analysis  |  Week 6 Assignment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43E"/>
                </a:solidFill>
              </a:defRPr>
            </a:pPr>
            <a:r>
              <a:t>4. Data Cleaning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A34"/>
                </a:solidFill>
              </a:defRPr>
            </a:pPr>
            <a:r>
              <a:t>• Loaded the sales CSV file</a:t>
            </a:r>
          </a:p>
          <a:p>
            <a:pPr>
              <a:spcAft>
                <a:spcPts val="1400"/>
              </a:spcAft>
              <a:defRPr sz="1800">
                <a:solidFill>
                  <a:srgbClr val="232A34"/>
                </a:solidFill>
              </a:defRPr>
            </a:pPr>
            <a:r>
              <a:t>• Checked shape, data types and summary statistics</a:t>
            </a:r>
          </a:p>
          <a:p>
            <a:pPr>
              <a:spcAft>
                <a:spcPts val="1400"/>
              </a:spcAft>
              <a:defRPr sz="1800">
                <a:solidFill>
                  <a:srgbClr val="232A34"/>
                </a:solidFill>
              </a:defRPr>
            </a:pPr>
            <a:r>
              <a:t>• Detected 2 duplicate rows and 2 missing Profit values</a:t>
            </a:r>
          </a:p>
          <a:p>
            <a:pPr>
              <a:spcAft>
                <a:spcPts val="1400"/>
              </a:spcAft>
              <a:defRPr sz="1800">
                <a:solidFill>
                  <a:srgbClr val="232A34"/>
                </a:solidFill>
              </a:defRPr>
            </a:pPr>
            <a:r>
              <a:t>• Converted Date and numeric columns to suitable data types</a:t>
            </a:r>
          </a:p>
          <a:p>
            <a:pPr>
              <a:spcAft>
                <a:spcPts val="1400"/>
              </a:spcAft>
              <a:defRPr sz="1800">
                <a:solidFill>
                  <a:srgbClr val="232A34"/>
                </a:solidFill>
              </a:defRPr>
            </a:pPr>
            <a:r>
              <a:t>• Removed duplicates and filled missing Profit values using the median</a:t>
            </a:r>
          </a:p>
          <a:p>
            <a:pPr>
              <a:spcAft>
                <a:spcPts val="1400"/>
              </a:spcAft>
              <a:defRPr sz="1800">
                <a:solidFill>
                  <a:srgbClr val="232A34"/>
                </a:solidFill>
              </a:defRPr>
            </a:pPr>
            <a:r>
              <a:t>• Final cleaned dataset: 800 rows, 8 columns, no missing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Sales Data Analysis  |  Week 6 Assignment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43E"/>
                </a:solidFill>
              </a:defRPr>
            </a:pPr>
            <a:r>
              <a:t>5.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• Product-wise sales and profit were compared to identify high-performing products.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• Region-wise sales were analyzed to compare market performance.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• Category-wise sales showed the contribution of major categories.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• Monthly sales trend was plotted to observe changes across the year.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• Correlation analysis and boxplots were used to examine relationships and outliers.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Sales Data Analysis  |  Week 6 Assignment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43E"/>
                </a:solidFill>
              </a:defRPr>
            </a:pPr>
            <a:r>
              <a:t>6. Key Visualizations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971800" cy="160020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737360"/>
            <a:ext cx="2606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43E"/>
                </a:solidFill>
              </a:defRPr>
            </a:pPr>
            <a:r>
              <a:t>Product-wise Sales</a:t>
            </a:r>
          </a:p>
          <a:p>
            <a:pPr>
              <a:defRPr sz="1400">
                <a:solidFill>
                  <a:srgbClr val="697382"/>
                </a:solidFill>
              </a:defRPr>
            </a:pPr>
            <a:r>
              <a:t>Bar chart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417320"/>
            <a:ext cx="2971800" cy="160020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737360"/>
            <a:ext cx="2606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43E"/>
                </a:solidFill>
              </a:defRPr>
            </a:pPr>
            <a:r>
              <a:t>Region-wise Sales</a:t>
            </a:r>
          </a:p>
          <a:p>
            <a:pPr>
              <a:defRPr sz="1400">
                <a:solidFill>
                  <a:srgbClr val="697382"/>
                </a:solidFill>
              </a:defRPr>
            </a:pPr>
            <a:r>
              <a:t>Bar chart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417320"/>
            <a:ext cx="2971800" cy="160020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9" y="1737360"/>
            <a:ext cx="2606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43E"/>
                </a:solidFill>
              </a:defRPr>
            </a:pPr>
            <a:r>
              <a:t>Category-wise Sales</a:t>
            </a:r>
          </a:p>
          <a:p>
            <a:pPr>
              <a:defRPr sz="1400">
                <a:solidFill>
                  <a:srgbClr val="697382"/>
                </a:solidFill>
              </a:defRPr>
            </a:pPr>
            <a:r>
              <a:t>Bar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3886200"/>
            <a:ext cx="2971800" cy="160020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4206240"/>
            <a:ext cx="2606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43E"/>
                </a:solidFill>
              </a:defRPr>
            </a:pPr>
            <a:r>
              <a:t>Product-wise Profit</a:t>
            </a:r>
          </a:p>
          <a:p>
            <a:pPr>
              <a:defRPr sz="1400">
                <a:solidFill>
                  <a:srgbClr val="697382"/>
                </a:solidFill>
              </a:defRPr>
            </a:pPr>
            <a:r>
              <a:t>Bar chart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886200"/>
            <a:ext cx="2971800" cy="160020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4206240"/>
            <a:ext cx="2606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6243E"/>
                </a:solidFill>
              </a:defRPr>
            </a:pPr>
            <a:r>
              <a:t>Monthly Sales Trend</a:t>
            </a:r>
          </a:p>
          <a:p>
            <a:pPr>
              <a:defRPr sz="1400">
                <a:solidFill>
                  <a:srgbClr val="697382"/>
                </a:solidFill>
              </a:defRPr>
            </a:pPr>
            <a:r>
              <a:t>Line chart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6539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Sales Data Analysis  |  Week 6 Assignment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43E"/>
                </a:solidFill>
              </a:defRPr>
            </a:pPr>
            <a:r>
              <a:t>7. 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82"/>
                </a:solidFill>
              </a:defRPr>
            </a:pPr>
            <a:r>
              <a:t>Interactive dashboard with KPIs, charts and slicers</a:t>
            </a:r>
          </a:p>
        </p:txBody>
      </p:sp>
      <p:pic>
        <p:nvPicPr>
          <p:cNvPr id="5" name="Picture 4" descr="e853b191-b96e-4952-b61f-0f55ff847f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26" y="1234440"/>
            <a:ext cx="6851642" cy="5074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Sales Data Analysis  |  Week 6 Assignment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43E"/>
                </a:solidFill>
              </a:defRPr>
            </a:pPr>
            <a:r>
              <a:t>8. 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• Total Sales: approximately 69M.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• Total Profit: approximately 11.60M.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• Total Quantity: approximately 4K units.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• South region records the highest sales among the four regions.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• Electronics is the dominant sales category, while Laptop is the leading product.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Sales Data Analysis  |  Week 6 Assignment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43E"/>
                </a:solidFill>
              </a:defRPr>
            </a:pPr>
            <a:r>
              <a:t>9.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A34"/>
                </a:solidFill>
              </a:defRPr>
            </a:pPr>
            <a:r>
              <a:t>• Prioritize high-performing products such as Laptop and the Electronics category while maintaining adequate inventory.</a:t>
            </a:r>
          </a:p>
          <a:p>
            <a:pPr>
              <a:spcAft>
                <a:spcPts val="1400"/>
              </a:spcAft>
              <a:defRPr sz="2100">
                <a:solidFill>
                  <a:srgbClr val="232A34"/>
                </a:solidFill>
              </a:defRPr>
            </a:pPr>
            <a:r>
              <a:t>• Investigate lower-performing regions/categories and use targeted promotions or pricing strategies to improve sales.</a:t>
            </a:r>
          </a:p>
          <a:p>
            <a:pPr>
              <a:spcAft>
                <a:spcPts val="1400"/>
              </a:spcAft>
              <a:defRPr sz="2100">
                <a:solidFill>
                  <a:srgbClr val="232A34"/>
                </a:solidFill>
              </a:defRPr>
            </a:pPr>
            <a:r>
              <a:t>• Use the monthly trend and Power BI filters regularly to monitor changes and support future sales planning.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Sales Data Analysis  |  Week 6 Assignment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43E"/>
                </a:solidFill>
              </a:defRPr>
            </a:pPr>
            <a:r>
              <a:t>10.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• The project demonstrates a complete data-analysis workflow from raw data to business dashboard.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• Python was used for cleaning, EDA and visualization, while Power BI was used for interactive reporting.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• The final dashboard makes key sales, quantity and profit metrics easier to understand.</a:t>
            </a:r>
          </a:p>
          <a:p>
            <a:pPr>
              <a:spcAft>
                <a:spcPts val="1400"/>
              </a:spcAft>
              <a:defRPr sz="2000">
                <a:solidFill>
                  <a:srgbClr val="232A34"/>
                </a:solidFill>
              </a:defRPr>
            </a:pPr>
            <a:r>
              <a:t>• GitHub provides version control and a central location for the project files.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Sales Data Analysis  |  Week 6 Assignment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PROJECT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D2DCEB"/>
                </a:solidFill>
              </a:defRPr>
            </a:pPr>
            <a:r>
              <a:t>GitHub: Vikas3106 / Sales-Data-Analysis-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defRPr sz="2000">
                <a:solidFill>
                  <a:srgbClr val="D2DCEB"/>
                </a:solidFill>
              </a:defRPr>
            </a:pPr>
            <a: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Sales Data Analysis  |  Week 6 Assignment                                  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